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547ec1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547ec1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547ec1d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547ec1d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425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800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5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87" y="133075"/>
            <a:ext cx="2214550" cy="48591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7925" y="122850"/>
            <a:ext cx="2214550" cy="485913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6588" y="133075"/>
            <a:ext cx="2208125" cy="488757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425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800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574" y="131850"/>
            <a:ext cx="2208125" cy="48797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2325" y="131850"/>
            <a:ext cx="2208125" cy="483868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425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800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175" y="294200"/>
            <a:ext cx="332675" cy="3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7538" y="152313"/>
            <a:ext cx="2188925" cy="480924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513" y="134425"/>
            <a:ext cx="2208125" cy="48746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3362" y="134425"/>
            <a:ext cx="2208125" cy="48450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